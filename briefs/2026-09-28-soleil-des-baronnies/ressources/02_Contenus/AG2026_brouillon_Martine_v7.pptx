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 2026 !!!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Soleil des Baronnies · brouillon Martine v7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Bienvenue à tous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Merci d'être venus si nombreux</a:t>
            </a:r>
          </a:p>
          <a:p>
            <a:r>
              <a:rPr sz="1400">
                <a:latin typeface="Comic Sans MS"/>
              </a:rPr>
              <a:t>Ordre du jour : rapport moral, activité, finances, résolutions, projets, questions</a:t>
            </a:r>
          </a:p>
          <a:p>
            <a:r>
              <a:rPr sz="1400">
                <a:latin typeface="Comic Sans MS"/>
              </a:rPr>
              <a:t>Pensez à émarger à l'entrée !!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Nos chiffres 2025-2026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2 412 sociétaires</a:t>
            </a:r>
          </a:p>
          <a:p>
            <a:r>
              <a:rPr sz="1400">
                <a:latin typeface="Comic Sans MS"/>
              </a:rPr>
              <a:t>41 centrales solaires en toiture</a:t>
            </a:r>
          </a:p>
          <a:p>
            <a:r>
              <a:rPr sz="1400">
                <a:latin typeface="Comic Sans MS"/>
              </a:rPr>
              <a:t>3,1 GWh produits en 2025 (record !)</a:t>
            </a:r>
          </a:p>
          <a:p>
            <a:r>
              <a:rPr sz="1400">
                <a:latin typeface="Comic Sans MS"/>
              </a:rPr>
              <a:t>1 300 foyers alimentés</a:t>
            </a:r>
          </a:p>
          <a:p>
            <a:r>
              <a:rPr sz="1400">
                <a:latin typeface="Comic Sans MS"/>
              </a:rPr>
              <a:t>1,2 M€ investis cette année</a:t>
            </a:r>
          </a:p>
          <a:p>
            <a:r>
              <a:rPr sz="1400">
                <a:latin typeface="Comic Sans MS"/>
              </a:rPr>
              <a:t>48 bénévoles actifs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Le rapport moral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Quelle année ! Onze ans après la création de notre coopérative, nous sommes plus de 2 400 à porter ce beau projet. Cette année, nous avons mis en service cinq nouvelles toitures : le gymnase de Buis-les-Baronnies, l'école de Mirabel, la cave coopérative de Vinsobres, l'atelier municipal de Nyons et la salle polyvalente de Sainte-Jalle. Merci aux 48 bénévoles qui ont suivi les chantiers. Notre production a atteint 3,1 GWh.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E6B4F"/>
                </a:solidFill>
              </a:rPr>
              <a:t>Notre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Soleil des Baronnies sera NEUTRE EN CARBONE en 2027 !</a:t>
            </a:r>
          </a:p>
          <a:p>
            <a:r>
              <a:rPr sz="1400">
                <a:latin typeface="Comic Sans MS"/>
              </a:rPr>
              <a:t>100 % énergie propre, zéro émission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Les comptes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Chiffre d'affaires : voir tableau de Bernard</a:t>
            </a:r>
          </a:p>
          <a:p>
            <a:r>
              <a:rPr sz="1400">
                <a:latin typeface="Comic Sans MS"/>
              </a:rPr>
              <a:t>Résultat : 48 000 € ?? (à vérifier)</a:t>
            </a:r>
          </a:p>
          <a:p>
            <a:r>
              <a:rPr sz="1400">
                <a:latin typeface="Comic Sans MS"/>
              </a:rPr>
              <a:t>Bilan : à coller ici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Résolutions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Résolution 1 : comptes</a:t>
            </a:r>
          </a:p>
          <a:p>
            <a:r>
              <a:rPr sz="1400">
                <a:latin typeface="Comic Sans MS"/>
              </a:rPr>
              <a:t>Résolution 2 : résultat</a:t>
            </a:r>
          </a:p>
          <a:p>
            <a:r>
              <a:rPr sz="1400">
                <a:latin typeface="Comic Sans MS"/>
              </a:rPr>
              <a:t>Résolution 3 : administrateurs</a:t>
            </a:r>
          </a:p>
          <a:p>
            <a:r>
              <a:rPr sz="1400">
                <a:latin typeface="Comic Sans MS"/>
              </a:rPr>
              <a:t>(texte complet à mettre)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8C00"/>
                </a:solidFill>
              </a:rPr>
              <a:t>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mic Sans MS"/>
              </a:rPr>
              <a:t>Merci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